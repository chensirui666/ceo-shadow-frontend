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上线检查汇报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 Library 的格式预览示例，用于验证文件展示与下载，不代表真实工作成果。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页面访问</a:t>
            </a:r>
          </a:p>
          <a:p>
            <a:r>
              <a:t>文件预览</a:t>
            </a:r>
          </a:p>
          <a:p>
            <a:r>
              <a:t>下载与重命名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